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1BDBBF33-43BC-4874-B905-0A189F174BB3}">
          <p14:sldIdLst>
            <p14:sldId id="256"/>
            <p14:sldId id="257"/>
            <p14:sldId id="258"/>
            <p14:sldId id="259"/>
            <p14:sldId id="260"/>
          </p14:sldIdLst>
        </p14:section>
        <p14:section name="backup" id="{B0A74462-E71D-44AF-A95D-26A5965FCF55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68BEC7-921D-49E6-ADB3-E5201666F6E7}" v="7" dt="2026-07-01T21:48:07.8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5036" autoAdjust="0"/>
  </p:normalViewPr>
  <p:slideViewPr>
    <p:cSldViewPr snapToGrid="0" snapToObjects="1">
      <p:cViewPr varScale="1">
        <p:scale>
          <a:sx n="139" d="100"/>
          <a:sy n="139" d="100"/>
        </p:scale>
        <p:origin x="8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Clara Fernandes" userId="663cf3de9617d588" providerId="LiveId" clId="{3B27595F-788B-43A8-BC19-B0A17F7CB2BD}"/>
    <pc:docChg chg="undo custSel addSld delSld modSld sldOrd addSection modSection">
      <pc:chgData name="Ana Clara Fernandes" userId="663cf3de9617d588" providerId="LiveId" clId="{3B27595F-788B-43A8-BC19-B0A17F7CB2BD}" dt="2026-07-01T21:52:56.715" v="1057" actId="20577"/>
      <pc:docMkLst>
        <pc:docMk/>
      </pc:docMkLst>
      <pc:sldChg chg="delSp modSp mod">
        <pc:chgData name="Ana Clara Fernandes" userId="663cf3de9617d588" providerId="LiveId" clId="{3B27595F-788B-43A8-BC19-B0A17F7CB2BD}" dt="2026-07-01T21:47:25.045" v="811" actId="478"/>
        <pc:sldMkLst>
          <pc:docMk/>
          <pc:sldMk cId="0" sldId="256"/>
        </pc:sldMkLst>
        <pc:spChg chg="del">
          <ac:chgData name="Ana Clara Fernandes" userId="663cf3de9617d588" providerId="LiveId" clId="{3B27595F-788B-43A8-BC19-B0A17F7CB2BD}" dt="2026-07-01T21:47:25.045" v="811" actId="478"/>
          <ac:spMkLst>
            <pc:docMk/>
            <pc:sldMk cId="0" sldId="256"/>
            <ac:spMk id="17" creationId="{00000000-0000-0000-0000-000000000000}"/>
          </ac:spMkLst>
        </pc:spChg>
        <pc:spChg chg="mod">
          <ac:chgData name="Ana Clara Fernandes" userId="663cf3de9617d588" providerId="LiveId" clId="{3B27595F-788B-43A8-BC19-B0A17F7CB2BD}" dt="2026-07-01T21:47:19.725" v="810" actId="20577"/>
          <ac:spMkLst>
            <pc:docMk/>
            <pc:sldMk cId="0" sldId="256"/>
            <ac:spMk id="18" creationId="{941D3B60-72F8-73BF-5A43-4E13893C1A48}"/>
          </ac:spMkLst>
        </pc:spChg>
      </pc:sldChg>
      <pc:sldChg chg="addSp modSp mod">
        <pc:chgData name="Ana Clara Fernandes" userId="663cf3de9617d588" providerId="LiveId" clId="{3B27595F-788B-43A8-BC19-B0A17F7CB2BD}" dt="2026-07-01T21:51:56.661" v="1051" actId="6549"/>
        <pc:sldMkLst>
          <pc:docMk/>
          <pc:sldMk cId="0" sldId="257"/>
        </pc:sldMkLst>
        <pc:spChg chg="mod">
          <ac:chgData name="Ana Clara Fernandes" userId="663cf3de9617d588" providerId="LiveId" clId="{3B27595F-788B-43A8-BC19-B0A17F7CB2BD}" dt="2026-07-01T21:47:42.123" v="812" actId="14100"/>
          <ac:spMkLst>
            <pc:docMk/>
            <pc:sldMk cId="0" sldId="257"/>
            <ac:spMk id="5" creationId="{00000000-0000-0000-0000-000000000000}"/>
          </ac:spMkLst>
        </pc:spChg>
        <pc:spChg chg="mod">
          <ac:chgData name="Ana Clara Fernandes" userId="663cf3de9617d588" providerId="LiveId" clId="{3B27595F-788B-43A8-BC19-B0A17F7CB2BD}" dt="2026-07-01T21:50:07.851" v="1050" actId="2057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Ana Clara Fernandes" userId="663cf3de9617d588" providerId="LiveId" clId="{3B27595F-788B-43A8-BC19-B0A17F7CB2BD}" dt="2026-07-01T21:51:56.661" v="1051" actId="6549"/>
          <ac:spMkLst>
            <pc:docMk/>
            <pc:sldMk cId="0" sldId="257"/>
            <ac:spMk id="17" creationId="{00000000-0000-0000-0000-000000000000}"/>
          </ac:spMkLst>
        </pc:spChg>
        <pc:spChg chg="add mod">
          <ac:chgData name="Ana Clara Fernandes" userId="663cf3de9617d588" providerId="LiveId" clId="{3B27595F-788B-43A8-BC19-B0A17F7CB2BD}" dt="2026-07-01T21:48:03.283" v="848" actId="20577"/>
          <ac:spMkLst>
            <pc:docMk/>
            <pc:sldMk cId="0" sldId="257"/>
            <ac:spMk id="18" creationId="{7B870B82-C49A-5DA1-26DE-4C4758895C56}"/>
          </ac:spMkLst>
        </pc:spChg>
        <pc:spChg chg="add mod">
          <ac:chgData name="Ana Clara Fernandes" userId="663cf3de9617d588" providerId="LiveId" clId="{3B27595F-788B-43A8-BC19-B0A17F7CB2BD}" dt="2026-07-01T21:49:57.840" v="1027" actId="1076"/>
          <ac:spMkLst>
            <pc:docMk/>
            <pc:sldMk cId="0" sldId="257"/>
            <ac:spMk id="19" creationId="{307EF5C3-2FAB-9FCC-DE4F-4733EB3157E2}"/>
          </ac:spMkLst>
        </pc:spChg>
      </pc:sldChg>
      <pc:sldChg chg="addSp delSp modSp mod">
        <pc:chgData name="Ana Clara Fernandes" userId="663cf3de9617d588" providerId="LiveId" clId="{3B27595F-788B-43A8-BC19-B0A17F7CB2BD}" dt="2026-07-01T21:35:28.107" v="571" actId="1076"/>
        <pc:sldMkLst>
          <pc:docMk/>
          <pc:sldMk cId="0" sldId="258"/>
        </pc:sldMkLst>
        <pc:spChg chg="add del">
          <ac:chgData name="Ana Clara Fernandes" userId="663cf3de9617d588" providerId="LiveId" clId="{3B27595F-788B-43A8-BC19-B0A17F7CB2BD}" dt="2026-07-01T21:35:19.637" v="568" actId="478"/>
          <ac:spMkLst>
            <pc:docMk/>
            <pc:sldMk cId="0" sldId="258"/>
            <ac:spMk id="17" creationId="{00000000-0000-0000-0000-000000000000}"/>
          </ac:spMkLst>
        </pc:spChg>
        <pc:spChg chg="mod">
          <ac:chgData name="Ana Clara Fernandes" userId="663cf3de9617d588" providerId="LiveId" clId="{3B27595F-788B-43A8-BC19-B0A17F7CB2BD}" dt="2026-07-01T21:35:24.058" v="569" actId="6549"/>
          <ac:spMkLst>
            <pc:docMk/>
            <pc:sldMk cId="0" sldId="258"/>
            <ac:spMk id="18" creationId="{00000000-0000-0000-0000-000000000000}"/>
          </ac:spMkLst>
        </pc:spChg>
        <pc:spChg chg="add mod">
          <ac:chgData name="Ana Clara Fernandes" userId="663cf3de9617d588" providerId="LiveId" clId="{3B27595F-788B-43A8-BC19-B0A17F7CB2BD}" dt="2026-07-01T21:35:28.107" v="571" actId="1076"/>
          <ac:spMkLst>
            <pc:docMk/>
            <pc:sldMk cId="0" sldId="258"/>
            <ac:spMk id="19" creationId="{366F5EDB-91A4-E90E-2B0D-6A99F579F657}"/>
          </ac:spMkLst>
        </pc:spChg>
      </pc:sldChg>
      <pc:sldChg chg="addSp modSp mod">
        <pc:chgData name="Ana Clara Fernandes" userId="663cf3de9617d588" providerId="LiveId" clId="{3B27595F-788B-43A8-BC19-B0A17F7CB2BD}" dt="2026-07-01T21:43:46.840" v="653" actId="1076"/>
        <pc:sldMkLst>
          <pc:docMk/>
          <pc:sldMk cId="0" sldId="259"/>
        </pc:sldMkLst>
        <pc:spChg chg="mod">
          <ac:chgData name="Ana Clara Fernandes" userId="663cf3de9617d588" providerId="LiveId" clId="{3B27595F-788B-43A8-BC19-B0A17F7CB2BD}" dt="2026-07-01T21:23:58.480" v="257" actId="20577"/>
          <ac:spMkLst>
            <pc:docMk/>
            <pc:sldMk cId="0" sldId="259"/>
            <ac:spMk id="22" creationId="{00000000-0000-0000-0000-000000000000}"/>
          </ac:spMkLst>
        </pc:spChg>
        <pc:spChg chg="add mod">
          <ac:chgData name="Ana Clara Fernandes" userId="663cf3de9617d588" providerId="LiveId" clId="{3B27595F-788B-43A8-BC19-B0A17F7CB2BD}" dt="2026-07-01T21:43:46.840" v="653" actId="1076"/>
          <ac:spMkLst>
            <pc:docMk/>
            <pc:sldMk cId="0" sldId="259"/>
            <ac:spMk id="24" creationId="{3A607922-F542-804B-A109-A340348E6E02}"/>
          </ac:spMkLst>
        </pc:spChg>
      </pc:sldChg>
      <pc:sldChg chg="modSp mod">
        <pc:chgData name="Ana Clara Fernandes" userId="663cf3de9617d588" providerId="LiveId" clId="{3B27595F-788B-43A8-BC19-B0A17F7CB2BD}" dt="2026-07-01T21:52:56.715" v="1057" actId="20577"/>
        <pc:sldMkLst>
          <pc:docMk/>
          <pc:sldMk cId="0" sldId="260"/>
        </pc:sldMkLst>
        <pc:spChg chg="mod">
          <ac:chgData name="Ana Clara Fernandes" userId="663cf3de9617d588" providerId="LiveId" clId="{3B27595F-788B-43A8-BC19-B0A17F7CB2BD}" dt="2026-07-01T21:45:50.264" v="781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Ana Clara Fernandes" userId="663cf3de9617d588" providerId="LiveId" clId="{3B27595F-788B-43A8-BC19-B0A17F7CB2BD}" dt="2026-07-01T21:26:31.721" v="323" actId="2057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Ana Clara Fernandes" userId="663cf3de9617d588" providerId="LiveId" clId="{3B27595F-788B-43A8-BC19-B0A17F7CB2BD}" dt="2026-07-01T20:45:03.688" v="1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Ana Clara Fernandes" userId="663cf3de9617d588" providerId="LiveId" clId="{3B27595F-788B-43A8-BC19-B0A17F7CB2BD}" dt="2026-07-01T21:45:21.055" v="766" actId="20577"/>
          <ac:spMkLst>
            <pc:docMk/>
            <pc:sldMk cId="0" sldId="260"/>
            <ac:spMk id="18" creationId="{00000000-0000-0000-0000-000000000000}"/>
          </ac:spMkLst>
        </pc:spChg>
        <pc:spChg chg="mod">
          <ac:chgData name="Ana Clara Fernandes" userId="663cf3de9617d588" providerId="LiveId" clId="{3B27595F-788B-43A8-BC19-B0A17F7CB2BD}" dt="2026-07-01T21:52:56.715" v="1057" actId="20577"/>
          <ac:spMkLst>
            <pc:docMk/>
            <pc:sldMk cId="0" sldId="260"/>
            <ac:spMk id="24" creationId="{00000000-0000-0000-0000-000000000000}"/>
          </ac:spMkLst>
        </pc:spChg>
        <pc:spChg chg="mod">
          <ac:chgData name="Ana Clara Fernandes" userId="663cf3de9617d588" providerId="LiveId" clId="{3B27595F-788B-43A8-BC19-B0A17F7CB2BD}" dt="2026-07-01T21:25:04.484" v="260" actId="6549"/>
          <ac:spMkLst>
            <pc:docMk/>
            <pc:sldMk cId="0" sldId="260"/>
            <ac:spMk id="26" creationId="{00000000-0000-0000-0000-000000000000}"/>
          </ac:spMkLst>
        </pc:spChg>
      </pc:sldChg>
      <pc:sldChg chg="new del">
        <pc:chgData name="Ana Clara Fernandes" userId="663cf3de9617d588" providerId="LiveId" clId="{3B27595F-788B-43A8-BC19-B0A17F7CB2BD}" dt="2026-07-01T21:01:47.210" v="8" actId="47"/>
        <pc:sldMkLst>
          <pc:docMk/>
          <pc:sldMk cId="2205731706" sldId="261"/>
        </pc:sldMkLst>
      </pc:sldChg>
      <pc:sldChg chg="addSp delSp modSp add mod ord modNotesTx">
        <pc:chgData name="Ana Clara Fernandes" userId="663cf3de9617d588" providerId="LiveId" clId="{3B27595F-788B-43A8-BC19-B0A17F7CB2BD}" dt="2026-07-01T21:46:59.241" v="808" actId="20577"/>
        <pc:sldMkLst>
          <pc:docMk/>
          <pc:sldMk cId="3401654431" sldId="262"/>
        </pc:sldMkLst>
        <pc:spChg chg="mod">
          <ac:chgData name="Ana Clara Fernandes" userId="663cf3de9617d588" providerId="LiveId" clId="{3B27595F-788B-43A8-BC19-B0A17F7CB2BD}" dt="2026-07-01T21:02:01.508" v="27" actId="20577"/>
          <ac:spMkLst>
            <pc:docMk/>
            <pc:sldMk cId="3401654431" sldId="262"/>
            <ac:spMk id="3" creationId="{36C7E697-EAC8-D19D-9947-5661D8A7D72E}"/>
          </ac:spMkLst>
        </pc:spChg>
        <pc:spChg chg="del">
          <ac:chgData name="Ana Clara Fernandes" userId="663cf3de9617d588" providerId="LiveId" clId="{3B27595F-788B-43A8-BC19-B0A17F7CB2BD}" dt="2026-07-01T21:06:33.601" v="29" actId="478"/>
          <ac:spMkLst>
            <pc:docMk/>
            <pc:sldMk cId="3401654431" sldId="262"/>
            <ac:spMk id="4" creationId="{97A29758-6318-6007-986D-53D1625C15F6}"/>
          </ac:spMkLst>
        </pc:spChg>
        <pc:spChg chg="del">
          <ac:chgData name="Ana Clara Fernandes" userId="663cf3de9617d588" providerId="LiveId" clId="{3B27595F-788B-43A8-BC19-B0A17F7CB2BD}" dt="2026-07-01T21:07:08.247" v="44" actId="478"/>
          <ac:spMkLst>
            <pc:docMk/>
            <pc:sldMk cId="3401654431" sldId="262"/>
            <ac:spMk id="5" creationId="{2A794486-C681-3D41-F6BB-ECDB4B0A225A}"/>
          </ac:spMkLst>
        </pc:spChg>
        <pc:spChg chg="add del mod">
          <ac:chgData name="Ana Clara Fernandes" userId="663cf3de9617d588" providerId="LiveId" clId="{3B27595F-788B-43A8-BC19-B0A17F7CB2BD}" dt="2026-07-01T21:07:08.247" v="44" actId="478"/>
          <ac:spMkLst>
            <pc:docMk/>
            <pc:sldMk cId="3401654431" sldId="262"/>
            <ac:spMk id="6" creationId="{DE9A7642-8A91-D6F1-296C-67B8AE5DFCAD}"/>
          </ac:spMkLst>
        </pc:spChg>
        <pc:spChg chg="del">
          <ac:chgData name="Ana Clara Fernandes" userId="663cf3de9617d588" providerId="LiveId" clId="{3B27595F-788B-43A8-BC19-B0A17F7CB2BD}" dt="2026-07-01T21:07:08.247" v="44" actId="478"/>
          <ac:spMkLst>
            <pc:docMk/>
            <pc:sldMk cId="3401654431" sldId="262"/>
            <ac:spMk id="7" creationId="{074B8B5C-E817-9A43-445A-5668DED8A633}"/>
          </ac:spMkLst>
        </pc:spChg>
        <pc:spChg chg="del">
          <ac:chgData name="Ana Clara Fernandes" userId="663cf3de9617d588" providerId="LiveId" clId="{3B27595F-788B-43A8-BC19-B0A17F7CB2BD}" dt="2026-07-01T21:07:08.247" v="44" actId="478"/>
          <ac:spMkLst>
            <pc:docMk/>
            <pc:sldMk cId="3401654431" sldId="262"/>
            <ac:spMk id="8" creationId="{5D63F8DB-2D78-FC73-D1D8-354815E31CE2}"/>
          </ac:spMkLst>
        </pc:spChg>
        <pc:spChg chg="del">
          <ac:chgData name="Ana Clara Fernandes" userId="663cf3de9617d588" providerId="LiveId" clId="{3B27595F-788B-43A8-BC19-B0A17F7CB2BD}" dt="2026-07-01T21:07:08.247" v="44" actId="478"/>
          <ac:spMkLst>
            <pc:docMk/>
            <pc:sldMk cId="3401654431" sldId="262"/>
            <ac:spMk id="9" creationId="{5D9DC4BC-90C0-DC68-DF8A-9302CDC8D65E}"/>
          </ac:spMkLst>
        </pc:spChg>
        <pc:spChg chg="del">
          <ac:chgData name="Ana Clara Fernandes" userId="663cf3de9617d588" providerId="LiveId" clId="{3B27595F-788B-43A8-BC19-B0A17F7CB2BD}" dt="2026-07-01T21:07:08.247" v="44" actId="478"/>
          <ac:spMkLst>
            <pc:docMk/>
            <pc:sldMk cId="3401654431" sldId="262"/>
            <ac:spMk id="10" creationId="{62F98836-6CBD-207F-E616-FF2E4699EB01}"/>
          </ac:spMkLst>
        </pc:spChg>
        <pc:spChg chg="del">
          <ac:chgData name="Ana Clara Fernandes" userId="663cf3de9617d588" providerId="LiveId" clId="{3B27595F-788B-43A8-BC19-B0A17F7CB2BD}" dt="2026-07-01T21:07:08.247" v="44" actId="478"/>
          <ac:spMkLst>
            <pc:docMk/>
            <pc:sldMk cId="3401654431" sldId="262"/>
            <ac:spMk id="11" creationId="{8F72379C-5981-8300-2434-3AE5A5D6E25A}"/>
          </ac:spMkLst>
        </pc:spChg>
        <pc:spChg chg="del">
          <ac:chgData name="Ana Clara Fernandes" userId="663cf3de9617d588" providerId="LiveId" clId="{3B27595F-788B-43A8-BC19-B0A17F7CB2BD}" dt="2026-07-01T21:07:08.247" v="44" actId="478"/>
          <ac:spMkLst>
            <pc:docMk/>
            <pc:sldMk cId="3401654431" sldId="262"/>
            <ac:spMk id="12" creationId="{09B4B51E-B33E-EFBB-5CB8-AB476186AA9F}"/>
          </ac:spMkLst>
        </pc:spChg>
        <pc:spChg chg="del">
          <ac:chgData name="Ana Clara Fernandes" userId="663cf3de9617d588" providerId="LiveId" clId="{3B27595F-788B-43A8-BC19-B0A17F7CB2BD}" dt="2026-07-01T21:07:08.247" v="44" actId="478"/>
          <ac:spMkLst>
            <pc:docMk/>
            <pc:sldMk cId="3401654431" sldId="262"/>
            <ac:spMk id="13" creationId="{573B5518-07C4-E594-6B6B-CF13007227FC}"/>
          </ac:spMkLst>
        </pc:spChg>
        <pc:spChg chg="del">
          <ac:chgData name="Ana Clara Fernandes" userId="663cf3de9617d588" providerId="LiveId" clId="{3B27595F-788B-43A8-BC19-B0A17F7CB2BD}" dt="2026-07-01T21:06:54.717" v="38" actId="478"/>
          <ac:spMkLst>
            <pc:docMk/>
            <pc:sldMk cId="3401654431" sldId="262"/>
            <ac:spMk id="14" creationId="{6E87F176-D11E-5C46-CC77-468C86158C18}"/>
          </ac:spMkLst>
        </pc:spChg>
        <pc:spChg chg="del">
          <ac:chgData name="Ana Clara Fernandes" userId="663cf3de9617d588" providerId="LiveId" clId="{3B27595F-788B-43A8-BC19-B0A17F7CB2BD}" dt="2026-07-01T21:07:10.519" v="45" actId="478"/>
          <ac:spMkLst>
            <pc:docMk/>
            <pc:sldMk cId="3401654431" sldId="262"/>
            <ac:spMk id="16" creationId="{7E188206-E574-7693-92CF-BEEA490DCD24}"/>
          </ac:spMkLst>
        </pc:spChg>
        <pc:spChg chg="del">
          <ac:chgData name="Ana Clara Fernandes" userId="663cf3de9617d588" providerId="LiveId" clId="{3B27595F-788B-43A8-BC19-B0A17F7CB2BD}" dt="2026-07-01T21:06:43.600" v="34" actId="478"/>
          <ac:spMkLst>
            <pc:docMk/>
            <pc:sldMk cId="3401654431" sldId="262"/>
            <ac:spMk id="17" creationId="{745D9CB4-8CD3-B6D6-5B55-7108DB5F0CF6}"/>
          </ac:spMkLst>
        </pc:spChg>
        <pc:spChg chg="del">
          <ac:chgData name="Ana Clara Fernandes" userId="663cf3de9617d588" providerId="LiveId" clId="{3B27595F-788B-43A8-BC19-B0A17F7CB2BD}" dt="2026-07-01T21:06:46.944" v="35" actId="478"/>
          <ac:spMkLst>
            <pc:docMk/>
            <pc:sldMk cId="3401654431" sldId="262"/>
            <ac:spMk id="19" creationId="{0173DEFE-1A61-A4CC-2D84-7DFEB2B891AD}"/>
          </ac:spMkLst>
        </pc:spChg>
        <pc:spChg chg="del">
          <ac:chgData name="Ana Clara Fernandes" userId="663cf3de9617d588" providerId="LiveId" clId="{3B27595F-788B-43A8-BC19-B0A17F7CB2BD}" dt="2026-07-01T21:06:48.820" v="36" actId="478"/>
          <ac:spMkLst>
            <pc:docMk/>
            <pc:sldMk cId="3401654431" sldId="262"/>
            <ac:spMk id="20" creationId="{E54586A5-090F-B149-8790-4CBC0ED5F0F2}"/>
          </ac:spMkLst>
        </pc:spChg>
        <pc:spChg chg="del">
          <ac:chgData name="Ana Clara Fernandes" userId="663cf3de9617d588" providerId="LiveId" clId="{3B27595F-788B-43A8-BC19-B0A17F7CB2BD}" dt="2026-07-01T21:06:52.411" v="37" actId="478"/>
          <ac:spMkLst>
            <pc:docMk/>
            <pc:sldMk cId="3401654431" sldId="262"/>
            <ac:spMk id="21" creationId="{DBAF43AC-E9E8-0265-393B-F60467D76BB8}"/>
          </ac:spMkLst>
        </pc:spChg>
        <pc:spChg chg="del">
          <ac:chgData name="Ana Clara Fernandes" userId="663cf3de9617d588" providerId="LiveId" clId="{3B27595F-788B-43A8-BC19-B0A17F7CB2BD}" dt="2026-07-01T21:07:26.394" v="49" actId="478"/>
          <ac:spMkLst>
            <pc:docMk/>
            <pc:sldMk cId="3401654431" sldId="262"/>
            <ac:spMk id="22" creationId="{C253D079-14D8-1A36-7928-03B8BAD9F2B2}"/>
          </ac:spMkLst>
        </pc:spChg>
        <pc:spChg chg="add mod">
          <ac:chgData name="Ana Clara Fernandes" userId="663cf3de9617d588" providerId="LiveId" clId="{3B27595F-788B-43A8-BC19-B0A17F7CB2BD}" dt="2026-07-01T21:46:59.241" v="808" actId="20577"/>
          <ac:spMkLst>
            <pc:docMk/>
            <pc:sldMk cId="3401654431" sldId="262"/>
            <ac:spMk id="26" creationId="{12DD0C76-7C84-2279-F58F-9FF85B139B2F}"/>
          </ac:spMkLst>
        </pc:spChg>
        <pc:spChg chg="add mod ord">
          <ac:chgData name="Ana Clara Fernandes" userId="663cf3de9617d588" providerId="LiveId" clId="{3B27595F-788B-43A8-BC19-B0A17F7CB2BD}" dt="2026-07-01T21:36:25.012" v="577" actId="1076"/>
          <ac:spMkLst>
            <pc:docMk/>
            <pc:sldMk cId="3401654431" sldId="262"/>
            <ac:spMk id="27" creationId="{BCD4DA31-AB7C-CDE1-B60E-05CA08186176}"/>
          </ac:spMkLst>
        </pc:spChg>
        <pc:spChg chg="add del mod">
          <ac:chgData name="Ana Clara Fernandes" userId="663cf3de9617d588" providerId="LiveId" clId="{3B27595F-788B-43A8-BC19-B0A17F7CB2BD}" dt="2026-07-01T21:14:13.290" v="256" actId="478"/>
          <ac:spMkLst>
            <pc:docMk/>
            <pc:sldMk cId="3401654431" sldId="262"/>
            <ac:spMk id="28" creationId="{200A66EB-A67C-68A9-C636-BD635B000EB2}"/>
          </ac:spMkLst>
        </pc:spChg>
        <pc:spChg chg="add del mod">
          <ac:chgData name="Ana Clara Fernandes" userId="663cf3de9617d588" providerId="LiveId" clId="{3B27595F-788B-43A8-BC19-B0A17F7CB2BD}" dt="2026-07-01T21:28:58.482" v="442" actId="478"/>
          <ac:spMkLst>
            <pc:docMk/>
            <pc:sldMk cId="3401654431" sldId="262"/>
            <ac:spMk id="29" creationId="{B4738A5F-493A-CCD6-E852-6CC67418BAB9}"/>
          </ac:spMkLst>
        </pc:spChg>
        <pc:spChg chg="add mod ord">
          <ac:chgData name="Ana Clara Fernandes" userId="663cf3de9617d588" providerId="LiveId" clId="{3B27595F-788B-43A8-BC19-B0A17F7CB2BD}" dt="2026-07-01T21:36:10.476" v="575" actId="167"/>
          <ac:spMkLst>
            <pc:docMk/>
            <pc:sldMk cId="3401654431" sldId="262"/>
            <ac:spMk id="32" creationId="{43796242-EF2D-F92D-EB49-3BA23A697CB3}"/>
          </ac:spMkLst>
        </pc:spChg>
        <pc:graphicFrameChg chg="del">
          <ac:chgData name="Ana Clara Fernandes" userId="663cf3de9617d588" providerId="LiveId" clId="{3B27595F-788B-43A8-BC19-B0A17F7CB2BD}" dt="2026-07-01T21:06:56.904" v="39" actId="478"/>
          <ac:graphicFrameMkLst>
            <pc:docMk/>
            <pc:sldMk cId="3401654431" sldId="262"/>
            <ac:graphicFrameMk id="15" creationId="{3D5CE9EC-8AB7-579E-A6A1-DF82E672BBB7}"/>
          </ac:graphicFrameMkLst>
        </pc:graphicFrameChg>
        <pc:graphicFrameChg chg="del">
          <ac:chgData name="Ana Clara Fernandes" userId="663cf3de9617d588" providerId="LiveId" clId="{3B27595F-788B-43A8-BC19-B0A17F7CB2BD}" dt="2026-07-01T21:06:41.992" v="33" actId="478"/>
          <ac:graphicFrameMkLst>
            <pc:docMk/>
            <pc:sldMk cId="3401654431" sldId="262"/>
            <ac:graphicFrameMk id="18" creationId="{18A95064-1411-5A55-1EC7-5069F994C4D3}"/>
          </ac:graphicFrameMkLst>
        </pc:graphicFrameChg>
        <pc:picChg chg="add del mod">
          <ac:chgData name="Ana Clara Fernandes" userId="663cf3de9617d588" providerId="LiveId" clId="{3B27595F-788B-43A8-BC19-B0A17F7CB2BD}" dt="2026-07-01T21:28:57.319" v="441" actId="478"/>
          <ac:picMkLst>
            <pc:docMk/>
            <pc:sldMk cId="3401654431" sldId="262"/>
            <ac:picMk id="24" creationId="{AD78892E-2FD2-C5A3-C0CC-F24AD645670D}"/>
          </ac:picMkLst>
        </pc:picChg>
        <pc:picChg chg="add mod">
          <ac:chgData name="Ana Clara Fernandes" userId="663cf3de9617d588" providerId="LiveId" clId="{3B27595F-788B-43A8-BC19-B0A17F7CB2BD}" dt="2026-07-01T21:46:27.142" v="782" actId="14100"/>
          <ac:picMkLst>
            <pc:docMk/>
            <pc:sldMk cId="3401654431" sldId="262"/>
            <ac:picMk id="31" creationId="{B458D7F8-DBB0-2E7B-22CC-C0B3EB70B881}"/>
          </ac:picMkLst>
        </pc:picChg>
      </pc:sldChg>
      <pc:sldChg chg="addSp delSp modSp add mod">
        <pc:chgData name="Ana Clara Fernandes" userId="663cf3de9617d588" providerId="LiveId" clId="{3B27595F-788B-43A8-BC19-B0A17F7CB2BD}" dt="2026-07-01T21:41:31.049" v="635" actId="20577"/>
        <pc:sldMkLst>
          <pc:docMk/>
          <pc:sldMk cId="4222430810" sldId="263"/>
        </pc:sldMkLst>
        <pc:spChg chg="mod">
          <ac:chgData name="Ana Clara Fernandes" userId="663cf3de9617d588" providerId="LiveId" clId="{3B27595F-788B-43A8-BC19-B0A17F7CB2BD}" dt="2026-07-01T21:41:31.049" v="635" actId="20577"/>
          <ac:spMkLst>
            <pc:docMk/>
            <pc:sldMk cId="4222430810" sldId="263"/>
            <ac:spMk id="3" creationId="{D569387B-9F53-6830-85ED-349710E6A321}"/>
          </ac:spMkLst>
        </pc:spChg>
        <pc:spChg chg="del mod">
          <ac:chgData name="Ana Clara Fernandes" userId="663cf3de9617d588" providerId="LiveId" clId="{3B27595F-788B-43A8-BC19-B0A17F7CB2BD}" dt="2026-07-01T21:37:29.152" v="583" actId="478"/>
          <ac:spMkLst>
            <pc:docMk/>
            <pc:sldMk cId="4222430810" sldId="263"/>
            <ac:spMk id="26" creationId="{12E01F68-198C-D863-D22C-6FDCB505FD2E}"/>
          </ac:spMkLst>
        </pc:spChg>
        <pc:spChg chg="del">
          <ac:chgData name="Ana Clara Fernandes" userId="663cf3de9617d588" providerId="LiveId" clId="{3B27595F-788B-43A8-BC19-B0A17F7CB2BD}" dt="2026-07-01T21:37:23.698" v="580" actId="478"/>
          <ac:spMkLst>
            <pc:docMk/>
            <pc:sldMk cId="4222430810" sldId="263"/>
            <ac:spMk id="27" creationId="{95EC51DC-0808-604A-7A1F-6217BA6E9BB2}"/>
          </ac:spMkLst>
        </pc:spChg>
        <pc:spChg chg="del">
          <ac:chgData name="Ana Clara Fernandes" userId="663cf3de9617d588" providerId="LiveId" clId="{3B27595F-788B-43A8-BC19-B0A17F7CB2BD}" dt="2026-07-01T21:37:24.377" v="581" actId="478"/>
          <ac:spMkLst>
            <pc:docMk/>
            <pc:sldMk cId="4222430810" sldId="263"/>
            <ac:spMk id="32" creationId="{5ED90BEC-7DFD-6273-2AD4-F9EEE936ADDE}"/>
          </ac:spMkLst>
        </pc:spChg>
        <pc:picChg chg="add mod">
          <ac:chgData name="Ana Clara Fernandes" userId="663cf3de9617d588" providerId="LiveId" clId="{3B27595F-788B-43A8-BC19-B0A17F7CB2BD}" dt="2026-07-01T21:40:12.239" v="634" actId="14100"/>
          <ac:picMkLst>
            <pc:docMk/>
            <pc:sldMk cId="4222430810" sldId="263"/>
            <ac:picMk id="4" creationId="{57B8D5D3-D1D3-B699-040A-D0882F698139}"/>
          </ac:picMkLst>
        </pc:picChg>
        <pc:picChg chg="add mod">
          <ac:chgData name="Ana Clara Fernandes" userId="663cf3de9617d588" providerId="LiveId" clId="{3B27595F-788B-43A8-BC19-B0A17F7CB2BD}" dt="2026-07-01T21:40:06.101" v="631" actId="14100"/>
          <ac:picMkLst>
            <pc:docMk/>
            <pc:sldMk cId="4222430810" sldId="263"/>
            <ac:picMk id="5" creationId="{F35195A6-19B2-D128-99B9-BA213A3F01FE}"/>
          </ac:picMkLst>
        </pc:picChg>
        <pc:picChg chg="del">
          <ac:chgData name="Ana Clara Fernandes" userId="663cf3de9617d588" providerId="LiveId" clId="{3B27595F-788B-43A8-BC19-B0A17F7CB2BD}" dt="2026-07-01T21:37:20.833" v="579" actId="478"/>
          <ac:picMkLst>
            <pc:docMk/>
            <pc:sldMk cId="4222430810" sldId="263"/>
            <ac:picMk id="31" creationId="{56402FC9-CC6E-4FE4-AC59-DA71639DE6B1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Taxa de Conversão</c:v>
                </c:pt>
              </c:strCache>
            </c:strRef>
          </c:tx>
          <c:spPr>
            <a:solidFill>
              <a:srgbClr val="FECAC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C9A-4227-935E-E3B964671AC5}"/>
              </c:ext>
            </c:extLst>
          </c:dPt>
          <c:dPt>
            <c:idx val="1"/>
            <c:invertIfNegative val="0"/>
            <c:bubble3D val="0"/>
            <c:spPr>
              <a:solidFill>
                <a:srgbClr val="FCA5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C9A-4227-935E-E3B964671AC5}"/>
              </c:ext>
            </c:extLst>
          </c:dPt>
          <c:dPt>
            <c:idx val="2"/>
            <c:invertIfNegative val="0"/>
            <c:bubble3D val="0"/>
            <c:spPr>
              <a:solidFill>
                <a:srgbClr val="EA1D2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C9A-4227-935E-E3B964671AC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BOGO</c:v>
                </c:pt>
                <c:pt idx="1">
                  <c:v>Informational</c:v>
                </c:pt>
                <c:pt idx="2">
                  <c:v>Discount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43.8</c:v>
                </c:pt>
                <c:pt idx="1">
                  <c:v>44.2</c:v>
                </c:pt>
                <c:pt idx="2">
                  <c:v>47.6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C9A-4227-935E-E3B964671A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2"/>
          <c:min val="4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Recomendações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A1D2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6A2-4F1B-ABA9-47F79477107C}"/>
              </c:ext>
            </c:extLst>
          </c:dPt>
          <c:dPt>
            <c:idx val="1"/>
            <c:bubble3D val="0"/>
            <c:spPr>
              <a:solidFill>
                <a:srgbClr val="FCA5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6A2-4F1B-ABA9-47F79477107C}"/>
              </c:ext>
            </c:extLst>
          </c:dPt>
          <c:dPt>
            <c:idx val="2"/>
            <c:bubble3D val="0"/>
            <c:spPr>
              <a:solidFill>
                <a:srgbClr val="E5E7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6A2-4F1B-ABA9-47F79477107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6A2-4F1B-ABA9-47F79477107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6A2-4F1B-ABA9-47F79477107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6A2-4F1B-ABA9-47F79477107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Discount</c:v>
                </c:pt>
                <c:pt idx="1">
                  <c:v>Informational</c:v>
                </c:pt>
                <c:pt idx="2">
                  <c:v>BOGO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78.599999999999994</c:v>
                </c:pt>
                <c:pt idx="1">
                  <c:v>21.4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6A2-4F1B-ABA9-47F7947710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Taxa de Conversão</c:v>
                </c:pt>
              </c:strCache>
            </c:strRef>
          </c:tx>
          <c:spPr>
            <a:solidFill>
              <a:srgbClr val="E5E7E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493-4984-BCEF-41017FAFE45F}"/>
              </c:ext>
            </c:extLst>
          </c:dPt>
          <c:dPt>
            <c:idx val="1"/>
            <c:invertIfNegative val="0"/>
            <c:bubble3D val="0"/>
            <c:spPr>
              <a:solidFill>
                <a:srgbClr val="FCA5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493-4984-BCEF-41017FAFE45F}"/>
              </c:ext>
            </c:extLst>
          </c:dPt>
          <c:dPt>
            <c:idx val="2"/>
            <c:invertIfNegative val="0"/>
            <c:bubble3D val="0"/>
            <c:spPr>
              <a:solidFill>
                <a:srgbClr val="EA1D2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493-4984-BCEF-41017FAFE45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Outra oferta</c:v>
                </c:pt>
                <c:pt idx="1">
                  <c:v>Baseline
(discount)</c:v>
                </c:pt>
                <c:pt idx="2">
                  <c:v>Oferta
recomendada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40.700000000000003</c:v>
                </c:pt>
                <c:pt idx="1">
                  <c:v>46.8</c:v>
                </c:pt>
                <c:pt idx="2">
                  <c:v>51.9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493-4984-BCEF-41017FAFE45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6"/>
          <c:min val="35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7689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abertura. Apresentar o contexto: iFood recebeu demanda de otimizar distribuição de cupons. Solução: modelo de personalização baseado em dados históricos de 17k clientes e 300k eventos.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Destaque: cupons enviados a 'Sure Things' (quem compraria de qualquer jeito) são custo puro. O modelo identifica quem realmente precisa do cupom para converter.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importante para a arguição: validamos estatisticamente que (1) os grupos são comparáveis e (2) as diferenças são reais. Isso sustenta o uso do S-Learner como metodologia válida.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ROI direto é 0.63x (negativo no curto prazo) porque o modelo considera só a transação imediata. O cupom se paga em 2-3 recompras se a retenção aumentar ≥3 p.p. — modelagem de LTV é o próximo passo.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Encerrar reforçando que o modelo já está treinado, avaliado e documentado. O próximo passo concreto e de baixo risco é um A/B controlado em produção para validar o ganho de +5.1 p.p.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12D8F-06B2-7257-06C8-A21AFA20D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8DC895-81C3-CDCE-084C-446ACEFA6D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C31E5A-BFD1-F1C2-51DC-473FE475A8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EFB41-C7FA-C6A8-830C-8B284D7A5B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6365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17F04-8A32-4CF0-E1E3-D8158D50D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616C69-F528-9402-09F1-E7FB902667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A6AE7A-28AC-35DC-F28A-EDADD70AD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6B26A-2A26-6F4B-1DE4-F9A2496E1F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697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651760"/>
          </a:xfrm>
          <a:prstGeom prst="rect">
            <a:avLst/>
          </a:prstGeom>
          <a:solidFill>
            <a:srgbClr val="EA1D2C"/>
          </a:solidFill>
          <a:ln w="12700">
            <a:solidFill>
              <a:srgbClr val="EA1D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iFood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6591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Personalização de Ofertas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baseada em dados para otimização de distribuição de cupons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8229600" cy="0"/>
          </a:xfrm>
          <a:prstGeom prst="line">
            <a:avLst/>
          </a:prstGeom>
          <a:noFill/>
          <a:ln w="25400">
            <a:solidFill>
              <a:srgbClr val="EA1D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57200" y="36118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A1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17k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únicos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356616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246120" y="36118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A1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300k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246120" y="4206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356616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035040" y="36118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A1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035040" y="4206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oferta</a:t>
            </a:r>
            <a:endParaRPr lang="en-US" sz="1100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41D3B60-72F8-73BF-5A43-4E13893C1A48}"/>
              </a:ext>
            </a:extLst>
          </p:cNvPr>
          <p:cNvSpPr txBox="1"/>
          <p:nvPr/>
        </p:nvSpPr>
        <p:spPr>
          <a:xfrm>
            <a:off x="334537" y="770292"/>
            <a:ext cx="4341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Case Técnico: Ana Clara Aragão Fernandes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A1D2C"/>
          </a:solidFill>
          <a:ln w="12700">
            <a:solidFill>
              <a:srgbClr val="EA1D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e os Dados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A1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39319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A1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Cupons enviados sem critério financiam compras que já aconteceriam
</a:t>
            </a:r>
            <a:r>
              <a:rPr lang="en-US" sz="1300" b="1" dirty="0">
                <a:solidFill>
                  <a:srgbClr val="EA1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tipos de oferta disponíveis (BOGO, Discount, Informational) com perfis de custo diferentes
</a:t>
            </a:r>
            <a:r>
              <a:rPr lang="en-US" sz="1300" b="1" dirty="0">
                <a:solidFill>
                  <a:srgbClr val="EA1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com perfis muito distintos respondem de formas diferentes a cada oferta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051560"/>
            <a:ext cx="0" cy="347472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89204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A1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ACHADOS DA EDA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92040" y="1463040"/>
            <a:ext cx="3840480" cy="658368"/>
          </a:xfrm>
          <a:prstGeom prst="roundRect">
            <a:avLst>
              <a:gd name="adj" fmla="val 9722"/>
            </a:avLst>
          </a:prstGeom>
          <a:solidFill>
            <a:srgbClr val="F4F4F4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029200" y="153619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com cadastro completo convertem 3× mais que os com perfil incompleto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92040" y="2240280"/>
            <a:ext cx="3840480" cy="658368"/>
          </a:xfrm>
          <a:prstGeom prst="roundRect">
            <a:avLst>
              <a:gd name="adj" fmla="val 9722"/>
            </a:avLst>
          </a:prstGeom>
          <a:solidFill>
            <a:srgbClr val="F4F4F4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029200" y="231343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social é o 2º maior driver de conversão (Feature Importance — Gain)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92040" y="3017520"/>
            <a:ext cx="3840480" cy="658368"/>
          </a:xfrm>
          <a:prstGeom prst="roundRect">
            <a:avLst>
              <a:gd name="adj" fmla="val 9722"/>
            </a:avLst>
          </a:prstGeom>
          <a:solidFill>
            <a:srgbClr val="F4F4F4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029200" y="309067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mais antigos na plataforma respondem melhor a qualquer oferta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92040" y="3794760"/>
            <a:ext cx="3840480" cy="658368"/>
          </a:xfrm>
          <a:prstGeom prst="roundRect">
            <a:avLst>
              <a:gd name="adj" fmla="val 9722"/>
            </a:avLst>
          </a:prstGeom>
          <a:solidFill>
            <a:srgbClr val="FFF0F0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029200" y="386791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1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BOGO é uniformemente inferior ao Discount em todos </a:t>
            </a: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analisada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EA1D2C"/>
          </a:solidFill>
          <a:ln w="12700">
            <a:solidFill>
              <a:srgbClr val="EA1D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45902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 maior alavanca de ROI é para quem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</a:t>
            </a:r>
            <a:endParaRPr lang="en-US" sz="12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7B870B82-C49A-5DA1-26DE-4C4758895C56}"/>
              </a:ext>
            </a:extLst>
          </p:cNvPr>
          <p:cNvSpPr/>
          <p:nvPr/>
        </p:nvSpPr>
        <p:spPr>
          <a:xfrm>
            <a:off x="457200" y="30906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A1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</a:t>
            </a:r>
            <a:endParaRPr lang="en-US" sz="11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307EF5C3-2FAB-9FCC-DE4F-4733EB3157E2}"/>
              </a:ext>
            </a:extLst>
          </p:cNvPr>
          <p:cNvSpPr/>
          <p:nvPr/>
        </p:nvSpPr>
        <p:spPr>
          <a:xfrm>
            <a:off x="457200" y="3461520"/>
            <a:ext cx="4051548" cy="78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A1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(testes A/B)
</a:t>
            </a:r>
            <a:r>
              <a:rPr lang="en-US" sz="1300" b="1" dirty="0">
                <a:solidFill>
                  <a:srgbClr val="EA1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</a:t>
            </a:r>
            <a:r>
              <a:rPr lang="en-US" sz="1300" dirty="0">
                <a:solidFill>
                  <a:srgbClr val="EA1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Modelo S-Learner </a:t>
            </a: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conjuntamente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b="1" dirty="0">
                <a:solidFill>
                  <a:srgbClr val="EA1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SureThings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base no S-learner.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A1D2C"/>
          </a:solidFill>
          <a:ln w="12700">
            <a:solidFill>
              <a:srgbClr val="EA1D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Experimental — Testes A/B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A1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BALANCEAMENTO COVARIÁVEL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 — H₀: distribuições iguais entre grupos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3931920" cy="1389888"/>
        </p:xfrm>
        <a:graphic>
          <a:graphicData uri="http://schemas.openxmlformats.org/drawingml/2006/table">
            <a:tbl>
              <a:tblPr/>
              <a:tblGrid>
                <a:gridCol w="982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Balanceado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cartão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Balanceado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Dias cadastro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Balanceado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737360"/>
            <a:ext cx="3931920" cy="347472"/>
          </a:xfrm>
          <a:prstGeom prst="rect">
            <a:avLst/>
          </a:prstGeom>
          <a:solidFill>
            <a:srgbClr val="EA1D2C"/>
          </a:solidFill>
          <a:ln w="12700">
            <a:solidFill>
              <a:srgbClr val="EA1D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502920" y="175564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    	H     	    p-value 	         Resultado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3337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estatisticamente idênticos em perfil — aleatorização bem executada.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051560"/>
            <a:ext cx="0" cy="347472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489204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A1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SIGNIFICÂNCIA DA DIFERENÇA DE CONVERSÃO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9204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Qui-quadrado de independência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92040" y="173736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FFF0F0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5029200" y="17830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1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96.48  ·  gl = 2  ·  p &lt; 0.0001
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Rejeitamos H₀ — diferenças de conversão são reais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892040" y="2651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conversão por tipo — IC 95% (Wilson):</a:t>
            </a:r>
            <a:endParaRPr lang="en-US" sz="11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4892040" y="2971800"/>
          <a:ext cx="384048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3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EA1D2C"/>
          </a:solidFill>
          <a:ln w="12700">
            <a:solidFill>
              <a:srgbClr val="EA1D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4"/>
          <p:cNvSpPr/>
          <p:nvPr/>
        </p:nvSpPr>
        <p:spPr>
          <a:xfrm>
            <a:off x="457200" y="45902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9" name="Text 24">
            <a:extLst>
              <a:ext uri="{FF2B5EF4-FFF2-40B4-BE49-F238E27FC236}">
                <a16:creationId xmlns:a16="http://schemas.microsoft.com/office/drawing/2014/main" id="{366F5EDB-91A4-E90E-2B0D-6A99F579F657}"/>
              </a:ext>
            </a:extLst>
          </p:cNvPr>
          <p:cNvSpPr/>
          <p:nvPr/>
        </p:nvSpPr>
        <p:spPr>
          <a:xfrm>
            <a:off x="228600" y="458449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Estratégia validada em dados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experimentais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A1D2C"/>
          </a:solidFill>
          <a:ln w="12700">
            <a:solidFill>
              <a:srgbClr val="EA1D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e os Resultados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A1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ABORDAGEM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234440" cy="1005840"/>
          </a:xfrm>
          <a:prstGeom prst="roundRect">
            <a:avLst>
              <a:gd name="adj" fmla="val 7273"/>
            </a:avLst>
          </a:prstGeom>
          <a:solidFill>
            <a:srgbClr val="F4F4F4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1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93852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discriminação excelente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0" y="1417320"/>
            <a:ext cx="1234440" cy="1005840"/>
          </a:xfrm>
          <a:prstGeom prst="roundRect">
            <a:avLst>
              <a:gd name="adj" fmla="val 7273"/>
            </a:avLst>
          </a:prstGeom>
          <a:solidFill>
            <a:srgbClr val="F4F4F4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828800" y="1463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1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828800" y="193852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Precision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+70% acima do baseline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0" y="1417320"/>
            <a:ext cx="1234440" cy="1005840"/>
          </a:xfrm>
          <a:prstGeom prst="roundRect">
            <a:avLst>
              <a:gd name="adj" fmla="val 7273"/>
            </a:avLst>
          </a:prstGeom>
          <a:solidFill>
            <a:srgbClr val="F4F4F4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200400" y="1463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1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00400" y="193852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Calibração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prob. refletem realidade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25146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A1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S-Learner LightGBM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(Künzel et al., 2019)
Um único modelo estima P(conversão | perfil do cliente, tipo de oferta). Para cada cliente, simulamos os 3 tipos de oferta e recomendamos o de maior probabilidade.</a:t>
            </a:r>
            <a:endParaRPr lang="en-US" sz="1100" dirty="0"/>
          </a:p>
        </p:txBody>
      </p:sp>
      <p:graphicFrame>
        <p:nvGraphicFramePr>
          <p:cNvPr id="15" name="Chart 0"/>
          <p:cNvGraphicFramePr/>
          <p:nvPr>
            <p:extLst>
              <p:ext uri="{D42A27DB-BD31-4B8C-83A1-F6EECF244321}">
                <p14:modId xmlns:p14="http://schemas.microsoft.com/office/powerpoint/2010/main" val="4229596013"/>
              </p:ext>
            </p:extLst>
          </p:nvPr>
        </p:nvGraphicFramePr>
        <p:xfrm>
          <a:off x="480060" y="3195828"/>
          <a:ext cx="3931920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Shape 13"/>
          <p:cNvSpPr/>
          <p:nvPr/>
        </p:nvSpPr>
        <p:spPr>
          <a:xfrm>
            <a:off x="4663440" y="1051560"/>
            <a:ext cx="0" cy="347472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489204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A1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OBSERVADO</a:t>
            </a:r>
            <a:endParaRPr lang="en-US" sz="1100" dirty="0"/>
          </a:p>
        </p:txBody>
      </p:sp>
      <p:graphicFrame>
        <p:nvGraphicFramePr>
          <p:cNvPr id="18" name="Chart 1"/>
          <p:cNvGraphicFramePr/>
          <p:nvPr>
            <p:extLst>
              <p:ext uri="{D42A27DB-BD31-4B8C-83A1-F6EECF244321}">
                <p14:modId xmlns:p14="http://schemas.microsoft.com/office/powerpoint/2010/main" val="1705260834"/>
              </p:ext>
            </p:extLst>
          </p:nvPr>
        </p:nvGraphicFramePr>
        <p:xfrm>
          <a:off x="4892040" y="1417320"/>
          <a:ext cx="38404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Shape 15"/>
          <p:cNvSpPr/>
          <p:nvPr/>
        </p:nvSpPr>
        <p:spPr>
          <a:xfrm>
            <a:off x="4892040" y="379476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FFF0F0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6"/>
          <p:cNvSpPr/>
          <p:nvPr/>
        </p:nvSpPr>
        <p:spPr>
          <a:xfrm>
            <a:off x="5029200" y="38404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600" b="1" dirty="0">
                <a:solidFill>
                  <a:srgbClr val="EA1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+5.1 p.p.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ganho de conversão  ·  </a:t>
            </a:r>
            <a:r>
              <a:rPr lang="en-US" sz="1400" b="1" dirty="0">
                <a:solidFill>
                  <a:srgbClr val="EA1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R$20.6k/rodada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evitando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Sure Things (28.7% da base)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EA1D2C"/>
          </a:solidFill>
          <a:ln w="12700">
            <a:solidFill>
              <a:srgbClr val="EA1D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8"/>
          <p:cNvSpPr/>
          <p:nvPr/>
        </p:nvSpPr>
        <p:spPr>
          <a:xfrm>
            <a:off x="457200" y="45902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Personalização entrega +5.1 p.p. de conversão e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economiza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~R$20.6k por rodada de campanha</a:t>
            </a:r>
            <a:endParaRPr lang="en-US" sz="1200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A607922-F542-804B-A109-A340348E6E02}"/>
              </a:ext>
            </a:extLst>
          </p:cNvPr>
          <p:cNvSpPr txBox="1"/>
          <p:nvPr/>
        </p:nvSpPr>
        <p:spPr>
          <a:xfrm>
            <a:off x="6930189" y="4935820"/>
            <a:ext cx="19308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50" dirty="0"/>
              <a:t>THRESHOLD_SURE_THING = 0,7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A1D2C"/>
          </a:solidFill>
          <a:ln w="12700">
            <a:solidFill>
              <a:srgbClr val="EA1D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Recomendações e Próximos Passos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A1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IMEDIATAS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F4F4F4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48640" y="14904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1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490472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BOGO
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base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disponibilizada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BOGO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parâmetros atuais geram performance inferior ao Discount em todos os segmentos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F4F4F4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9" name="Text 7"/>
          <p:cNvSpPr/>
          <p:nvPr/>
        </p:nvSpPr>
        <p:spPr>
          <a:xfrm>
            <a:off x="548640" y="24963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1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2496312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canal social
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maior driver de conversão (Feature Importance).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redistribuição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budget de canal para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canal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descrito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social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F4F4F4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48640" y="35021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1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3502152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Excluir Sure Things
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28.7% da base converte sem cupom — economia de R$20.6k por rodada sem perda de conversão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051560"/>
            <a:ext cx="0" cy="347472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89204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A1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92040" y="141732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4F4F4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98348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1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Curto prazo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1737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X-learner para </a:t>
            </a:r>
            <a:r>
              <a:rPr lang="en-US" sz="9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ganho de +5.1 p.p.
• </a:t>
            </a:r>
            <a:r>
              <a:rPr lang="en-US" sz="9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Sure Things com </a:t>
            </a:r>
            <a:r>
              <a:rPr lang="en-US" sz="9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conjunto de </a:t>
            </a:r>
            <a:r>
              <a:rPr lang="en-US" sz="9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92040" y="242316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4F4F4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0" name="Text 18"/>
          <p:cNvSpPr/>
          <p:nvPr/>
        </p:nvSpPr>
        <p:spPr>
          <a:xfrm>
            <a:off x="4983480" y="2487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 prazo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2743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Modelagem de LTV: o cupom se paga em 2-3 recompras se retenção aumentar ≥3 p.p.
• Escalar pipeline para base real de produção (milhões de usuários)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92040" y="342900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4F4F4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3" name="Text 21"/>
          <p:cNvSpPr/>
          <p:nvPr/>
        </p:nvSpPr>
        <p:spPr>
          <a:xfrm>
            <a:off x="4983480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Longo prazo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3749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Otimização de </a:t>
            </a:r>
            <a:r>
              <a:rPr lang="en-US" sz="9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hiperparâmetros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ganho estimado de +2-3 p.p. em AUC
• Redesenho de parâmetros do BOGO e testes </a:t>
            </a:r>
            <a:r>
              <a:rPr lang="en-US" sz="9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nova configuração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EA1D2C"/>
          </a:solidFill>
          <a:ln w="12700">
            <a:solidFill>
              <a:srgbClr val="EA1D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57200" y="45902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Estratégia validada em dados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experimentais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C1AC82-3384-4C4C-82B3-A18AB3FD9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23">
            <a:extLst>
              <a:ext uri="{FF2B5EF4-FFF2-40B4-BE49-F238E27FC236}">
                <a16:creationId xmlns:a16="http://schemas.microsoft.com/office/drawing/2014/main" id="{43796242-EF2D-F92D-EB49-3BA23A697CB3}"/>
              </a:ext>
            </a:extLst>
          </p:cNvPr>
          <p:cNvSpPr/>
          <p:nvPr/>
        </p:nvSpPr>
        <p:spPr>
          <a:xfrm>
            <a:off x="357510" y="4664526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EA1D2C"/>
          </a:solidFill>
          <a:ln w="12700">
            <a:solidFill>
              <a:srgbClr val="EA1D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7C15F629-11B0-CF14-863C-BC3507D89594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A1D2C"/>
          </a:solidFill>
          <a:ln w="12700">
            <a:solidFill>
              <a:srgbClr val="EA1D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6C7E697-EAC8-D19D-9947-5661D8A7D72E}"/>
              </a:ext>
            </a:extLst>
          </p:cNvPr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S-Learner </a:t>
            </a:r>
            <a:endParaRPr lang="en-US" sz="2600" dirty="0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2DD0C76-7C84-2279-F58F-9FF85B139B2F}"/>
              </a:ext>
            </a:extLst>
          </p:cNvPr>
          <p:cNvSpPr txBox="1"/>
          <p:nvPr/>
        </p:nvSpPr>
        <p:spPr>
          <a:xfrm>
            <a:off x="5238894" y="1168135"/>
            <a:ext cx="3905106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/>
              <a:t>X</a:t>
            </a:r>
            <a:r>
              <a:rPr lang="pt-BR" sz="1400" dirty="0"/>
              <a:t> — as </a:t>
            </a:r>
            <a:r>
              <a:rPr lang="pt-BR" sz="1400" b="1" dirty="0"/>
              <a:t>covariáveis</a:t>
            </a:r>
            <a:r>
              <a:rPr lang="pt-BR" sz="1400" dirty="0"/>
              <a:t> (features do cliente)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/>
              <a:t>W</a:t>
            </a:r>
            <a:r>
              <a:rPr lang="pt-BR" sz="1400" dirty="0"/>
              <a:t> — o </a:t>
            </a:r>
            <a:r>
              <a:rPr lang="pt-BR" sz="1400" b="1" dirty="0"/>
              <a:t>indicador/tipo de tratamento</a:t>
            </a:r>
            <a:r>
              <a:rPr lang="pt-BR" sz="1400" dirty="0"/>
              <a:t>: qual oferta o cliente recebeu e variáveis associadas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100" dirty="0"/>
              <a:t>Nos </a:t>
            </a:r>
            <a:r>
              <a:rPr lang="pt-BR" sz="1100" dirty="0" err="1"/>
              <a:t>papers</a:t>
            </a:r>
            <a:r>
              <a:rPr lang="pt-BR" sz="1100" dirty="0"/>
              <a:t> mais teóricos (X-</a:t>
            </a:r>
            <a:r>
              <a:rPr lang="pt-BR" sz="1100" dirty="0" err="1"/>
              <a:t>learner</a:t>
            </a:r>
            <a:r>
              <a:rPr lang="pt-BR" sz="1100" dirty="0"/>
              <a:t>), </a:t>
            </a:r>
            <a:r>
              <a:rPr lang="pt-BR" sz="1100" b="1" dirty="0"/>
              <a:t>W</a:t>
            </a:r>
            <a:r>
              <a:rPr lang="pt-BR" sz="1100" dirty="0"/>
              <a:t> costuma ser binário (0=controle, 1=tratado); no case é categórico com 3 níveis, mas o papel é o mesmo — é a variável que indica </a:t>
            </a:r>
            <a:r>
              <a:rPr lang="pt-BR" sz="1100" b="1" dirty="0"/>
              <a:t>qual tratamento</a:t>
            </a:r>
            <a:r>
              <a:rPr lang="pt-BR" sz="1100" dirty="0"/>
              <a:t> aquela unidade recebeu.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/>
              <a:t>Y</a:t>
            </a:r>
            <a:r>
              <a:rPr lang="pt-BR" sz="1400" dirty="0"/>
              <a:t> — o </a:t>
            </a:r>
            <a:r>
              <a:rPr lang="pt-BR" sz="1400" b="1" dirty="0"/>
              <a:t>desfecho observado</a:t>
            </a:r>
            <a:r>
              <a:rPr lang="pt-BR" sz="1400" dirty="0"/>
              <a:t>: se o cliente converteu ou não.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100" dirty="0" err="1"/>
              <a:t>target_engaged_conversion</a:t>
            </a:r>
            <a:endParaRPr lang="pt-BR" sz="1100" dirty="0"/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B458D7F8-DBB0-2E7B-22CC-C0B3EB70B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19" y="1113781"/>
            <a:ext cx="5195218" cy="3526324"/>
          </a:xfrm>
          <a:prstGeom prst="rect">
            <a:avLst/>
          </a:prstGeom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BCD4DA31-AB7C-CDE1-B60E-05CA08186176}"/>
              </a:ext>
            </a:extLst>
          </p:cNvPr>
          <p:cNvSpPr txBox="1"/>
          <p:nvPr/>
        </p:nvSpPr>
        <p:spPr>
          <a:xfrm>
            <a:off x="708144" y="4716378"/>
            <a:ext cx="8332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FFFF"/>
                </a:solidFill>
              </a:rPr>
              <a:t>Next steps: implementação do algoritmo X-</a:t>
            </a:r>
            <a:r>
              <a:rPr lang="pt-BR" sz="1400" dirty="0" err="1">
                <a:solidFill>
                  <a:srgbClr val="FFFFFF"/>
                </a:solidFill>
              </a:rPr>
              <a:t>learner</a:t>
            </a:r>
            <a:r>
              <a:rPr lang="pt-BR" sz="1400" dirty="0">
                <a:solidFill>
                  <a:srgbClr val="FFFFFF"/>
                </a:solidFill>
              </a:rPr>
              <a:t>, mais robusto, considerando análise contrafactual.</a:t>
            </a:r>
          </a:p>
        </p:txBody>
      </p:sp>
    </p:spTree>
    <p:extLst>
      <p:ext uri="{BB962C8B-B14F-4D97-AF65-F5344CB8AC3E}">
        <p14:creationId xmlns:p14="http://schemas.microsoft.com/office/powerpoint/2010/main" val="3401654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6D9AA2-E32E-DCDB-3436-85005436C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9DD066E-4F87-439B-4810-52503A95C06C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A1D2C"/>
          </a:solidFill>
          <a:ln w="12700">
            <a:solidFill>
              <a:srgbClr val="EA1D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569387B-9F53-6830-85ED-349710E6A321}"/>
              </a:ext>
            </a:extLst>
          </p:cNvPr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Analise das </a:t>
            </a:r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regressoras</a:t>
            </a:r>
            <a:endParaRPr lang="en-US" sz="2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7B8D5D3-D1D3-B699-040A-D0882F698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1" y="1210033"/>
            <a:ext cx="4849945" cy="345220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35195A6-19B2-D128-99B9-BA213A3F01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1126" y="1698171"/>
            <a:ext cx="4272874" cy="246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430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911</Words>
  <Application>Microsoft Office PowerPoint</Application>
  <PresentationFormat>Apresentação na tela (16:9)</PresentationFormat>
  <Paragraphs>103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Técnico iFood — Personalização de Ofertas</dc:title>
  <dc:subject>PptxGenJS Presentation</dc:subject>
  <dc:creator>Ana Clara</dc:creator>
  <cp:lastModifiedBy>Ana Clara Fernandes</cp:lastModifiedBy>
  <cp:revision>3</cp:revision>
  <dcterms:created xsi:type="dcterms:W3CDTF">2026-06-22T20:50:33Z</dcterms:created>
  <dcterms:modified xsi:type="dcterms:W3CDTF">2026-07-01T21:53:09Z</dcterms:modified>
</cp:coreProperties>
</file>